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Assessment 1 -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t>USN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Marks (Max 20)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1MS24CS001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Alice 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1MS24CS002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Bob 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